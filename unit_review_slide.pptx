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D2C44"/>
                </a:solidFill>
              </a:defRPr>
            </a:pPr>
            <a:r>
              <a:t>Why a high training accuracy can be misleading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A5B74"/>
                </a:solidFill>
              </a:defRPr>
            </a:pPr>
            <a:r>
              <a:t>CS156 unit review  •  confusing concept: overfitting and train/test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057400"/>
            <a:ext cx="3337560" cy="1965960"/>
          </a:xfrm>
          <a:prstGeom prst="rect">
            <a:avLst/>
          </a:prstGeom>
          <a:solidFill>
            <a:srgbClr val="E2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D2C44"/>
                </a:solidFill>
              </a:defRPr>
            </a:pPr>
            <a:r>
              <a:t>TRAINING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29443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2C44"/>
                </a:solidFill>
              </a:defRPr>
            </a:pPr>
            <a:r>
              <a:t>The model sees these songs and their labels while learning.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057400"/>
            <a:ext cx="3337560" cy="1965960"/>
          </a:xfrm>
          <a:prstGeom prst="rect">
            <a:avLst/>
          </a:prstGeom>
          <a:solidFill>
            <a:srgbClr val="E2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D2C44"/>
                </a:solidFill>
              </a:defRPr>
            </a:pPr>
            <a:r>
              <a:t>TEST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880360"/>
            <a:ext cx="29443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2C44"/>
                </a:solidFill>
              </a:defRPr>
            </a:pPr>
            <a:r>
              <a:t>The model predicts labels for songs it has never seen.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2057400"/>
            <a:ext cx="3337560" cy="1965960"/>
          </a:xfrm>
          <a:prstGeom prst="rect">
            <a:avLst/>
          </a:prstGeom>
          <a:solidFill>
            <a:srgbClr val="E2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59" y="2331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D2C44"/>
                </a:solidFill>
              </a:defRPr>
            </a:pPr>
            <a:r>
              <a:t>GENERALIZATION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59" y="2880360"/>
            <a:ext cx="29443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D2C44"/>
                </a:solidFill>
              </a:defRPr>
            </a:pPr>
            <a:r>
              <a:t>The real question: can it tag NEW music, not memorize the old library?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90288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D2C44"/>
                </a:solidFill>
              </a:defRPr>
            </a:pPr>
            <a:r>
              <a:t>777 Radio example: 162 manually tagged songs → about 129 train / 33 test (80/20).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349240"/>
            <a:ext cx="10835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D2C44"/>
                </a:solidFill>
              </a:defRPr>
            </a:pPr>
            <a:r>
              <a:t>Risk: a model may memorize rare tags or learn from leaked labels. Solution: split by song, evaluate on held-out songs, and compare against a simple 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